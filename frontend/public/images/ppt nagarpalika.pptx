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AB6E7-0CA4-41AA-A26E-F9A857286BB9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0944D-65CD-4171-B08C-E40C4538DA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60944D-65CD-4171-B08C-E40C4538DA0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40C1CE4-4617-4E0F-8058-8DBC7C7CEC1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F9D1359-73E1-43B2-AB19-CBEF011C8CB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Submitted by </a:t>
            </a:r>
          </a:p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Anjali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Bista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smtClean="0"/>
              <a:t>Online Civil Registration, at the Department of IT, Siddharthanagar </a:t>
            </a:r>
            <a:r>
              <a:rPr sz="3200" smtClean="0"/>
              <a:t>Municipality, Rupandehi</a:t>
            </a:r>
            <a:r>
              <a:rPr sz="3200" smtClean="0"/>
              <a:t>, Lumbini Province, Bhairahawa 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Online Civil Registration is the registration process for vital events such as birth, death, marriage, divorce, and migration in Nepal.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Department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National ID and Civil Registration (DONIDCR) is a system that has been assigned to manage and regulate vital event registration system.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Online Civil Registration system integrates modern technology to digitize the process of recording vital events.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Introduction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Geographical and Infrastructure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Barriers.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Low Public Awareness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Engagement.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Limited Technological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Adoption.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Administrative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Inefficiency.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Problem  Statement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enhance the accuracy and reliability of vital records by minimizing errors through automation.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integrate the system with other governmental databases for streamlined identity verification and service delivery.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reduce administrative burdens and improve efficiency by automating manual tasks.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mtClean="0"/>
              <a:t>Objectives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system ensures accurate and centralized management of vital records, enabling easy access and efficient retrieval for both citizens and government authorities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By automating the registration process, the system reduces administrative burdens, minimizes errors, and improves overall efficiency in civil registration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Scope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Reliable internet access is essential for using the system, which poses challenges in remote and underserved areas of Nepal.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Limitation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ajor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responsibility in this project was to fill in the details given in the information form correctly, submit the original and copies of the required documents, and check the details correctly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Working on Ms excels. 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Working on Ms Word.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Troubleshooting the hardware and software problems.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scanning the documents.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Gathering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information about the required documents for the registration.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Internship Activities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/>
              <a:t>Understanding the organizational environment, policies, and procedures related to digital governance. </a:t>
            </a:r>
            <a:endParaRPr lang="en-US" sz="2400" dirty="0" smtClean="0"/>
          </a:p>
          <a:p>
            <a:pPr>
              <a:buFont typeface="Wingdings" pitchFamily="2" charset="2"/>
              <a:buChar char="v"/>
            </a:pPr>
            <a:r>
              <a:rPr lang="en-US" sz="2400" dirty="0" smtClean="0"/>
              <a:t>Developing </a:t>
            </a:r>
            <a:r>
              <a:rPr lang="en-US" sz="2400" dirty="0" smtClean="0"/>
              <a:t>the ability to operate and manage the online civil registration system effectively. </a:t>
            </a:r>
            <a:endParaRPr lang="en-US" sz="2400" dirty="0" smtClean="0"/>
          </a:p>
          <a:p>
            <a:pPr>
              <a:buFont typeface="Wingdings" pitchFamily="2" charset="2"/>
              <a:buChar char="v"/>
            </a:pPr>
            <a:r>
              <a:rPr lang="en-US" sz="2400" dirty="0" smtClean="0"/>
              <a:t> </a:t>
            </a:r>
            <a:r>
              <a:rPr lang="en-US" sz="2400" dirty="0" smtClean="0"/>
              <a:t>Learning to handle document digitization tasks such as scanning and maintaining digital records accurately. 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/>
              <a:t>Enhancing </a:t>
            </a:r>
            <a:r>
              <a:rPr lang="en-US" sz="2400" dirty="0" smtClean="0"/>
              <a:t>my understanding of lifelong learning processes through critical reflection on technical and professional experiences.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Learning Outcomes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                    Thank You 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72</TotalTime>
  <Words>365</Words>
  <Application>Microsoft Office PowerPoint</Application>
  <PresentationFormat>On-screen Show (4:3)</PresentationFormat>
  <Paragraphs>38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Paper</vt:lpstr>
      <vt:lpstr>Online Civil Registration, at the Department of IT, Siddharthanagar Municipality, Rupandehi, Lumbini Province, Bhairahawa </vt:lpstr>
      <vt:lpstr>Introduction</vt:lpstr>
      <vt:lpstr>Problem  Statement</vt:lpstr>
      <vt:lpstr>Objectives</vt:lpstr>
      <vt:lpstr>Scope</vt:lpstr>
      <vt:lpstr>Limitation</vt:lpstr>
      <vt:lpstr>Internship Activities</vt:lpstr>
      <vt:lpstr>Learning Outcomes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Civil Registration, at the Department of IT, Siddharthanagar Municipality, Rupandehi, Lumbini Province, Bhairahawa</dc:title>
  <dc:creator>DELL</dc:creator>
  <cp:lastModifiedBy>DELL</cp:lastModifiedBy>
  <cp:revision>10</cp:revision>
  <dcterms:created xsi:type="dcterms:W3CDTF">2025-04-08T15:59:18Z</dcterms:created>
  <dcterms:modified xsi:type="dcterms:W3CDTF">2025-04-08T17:12:09Z</dcterms:modified>
</cp:coreProperties>
</file>